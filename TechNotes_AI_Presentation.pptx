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TechNotes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0C0"/>
                </a:solidFill>
                <a:latin typeface="Segoe UI"/>
              </a:defRPr>
            </a:pPr>
            <a:r>
              <a:t>A Smart Study Platform for RGPV Engineering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206240"/>
            <a:ext cx="1508760" cy="34747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Next.js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206240"/>
            <a:ext cx="1645919" cy="34747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39" y="4206240"/>
            <a:ext cx="2331720" cy="34747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Google 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39" y="4206240"/>
            <a:ext cx="1920240" cy="34747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38559" y="4206240"/>
            <a:ext cx="2194560" cy="34747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07080"/>
                </a:solidFill>
                <a:latin typeface="Segoe UI"/>
              </a:defRPr>
            </a:pPr>
            <a:r>
              <a:t>Free  •  No Ads  •  Bilingual (Hindi / English)  •  AI-Powered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Why TechNotes AI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80"/>
              </a:spcAft>
              <a:defRPr sz="18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Engineering students struggle to find organized, branch-specific study material in one place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Notes, PYQs, syllabus, and important questions are scattered across WhatsApp groups and drive links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No AI assistant that answers subject-specific questions with formulas, diagrams, and examples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Most resources are English-only — a barrier for Hindi-speaking students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Existing platforms are cluttered with ads and paywalls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No centralized place for DSA and placement preparation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033272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TechNotes AI solves all of this — one platform, all branches, AI-powered, bilingual, free.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is TechNotes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A free, ad-free study platform built for RGPV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0C0"/>
                </a:solidFill>
                <a:latin typeface="Segoe UI"/>
              </a:defRPr>
            </a:pPr>
            <a:r>
              <a:t>TechNotes AI centralizes everything an engineering student needs — academic notes, previous year papers, syllabus, important questions, DSA and placement prep — paired with an AI chatbot that answers questions across ALL engineering branches and analyzes uploaded PDFs and images.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Academic notes and PDFs across all engineering branches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Previous Year Question papers (PYQs) with answer keys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Unit-wise syllabus and important questions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DSA and placement preparation resources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AI chatbot covering all engineering branches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Bilingual interface (Hindi / 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Everything a student needs,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AI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Gemini 2.5 Flash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All branches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PDF/image upload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Hindi + English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4592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645920"/>
            <a:ext cx="292608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Notes &amp; PYQs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PDF, image, text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Year → Sem → Subject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Download support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Answer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64592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645920"/>
            <a:ext cx="2926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Syllabus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Unit-wise content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Browse by subject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Text + file format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Inline reader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64592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9840" y="1645920"/>
            <a:ext cx="29260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1945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Company filtering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Category filtering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Aptitude + Tech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HR resources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292608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Segoe UI"/>
              </a:defRPr>
            </a:pPr>
            <a:r>
              <a:t>DSA Prep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634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Topic-wise notes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Practice questions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Text + PDF format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Color-coded cards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411480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4114800"/>
            <a:ext cx="29260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Bilingual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6634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Hindi / English toggle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Every string translated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AI responds in user language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Persistent preference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411480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411480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6634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Content management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File uploads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Academic structure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Feedback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4114800"/>
            <a:ext cx="292608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49840" y="4114800"/>
            <a:ext cx="292608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78440" y="4251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46634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Subject search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Note search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Instant results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Type badges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Powered by Google Gemini 2.5 Flash — covers ALL engineering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20040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2004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DSA, OS, DBMS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Networks, AI/ML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Compiler Design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Web Tech,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45920"/>
            <a:ext cx="320040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645920"/>
            <a:ext cx="320040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Segoe UI"/>
              </a:defRPr>
            </a:pPr>
            <a:r>
              <a:t>Civil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94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Structures, Surveying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RCC, Fluid Mechanics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Soil Mechanics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Transportation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645920"/>
            <a:ext cx="320040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645920"/>
            <a:ext cx="32004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Electrical Engg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94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Circuit Theory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Machines, Power Systems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Control Systems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Power Electronics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645920"/>
            <a:ext cx="320040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9840" y="1645920"/>
            <a:ext cx="32004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Electronics &amp; Comm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194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Signals &amp; Systems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VLSI, DSP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Communication Systems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Microelectronics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4114800"/>
            <a:ext cx="320040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03120" y="4114800"/>
            <a:ext cx="32004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Mechanical Engg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Thermodynamics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Manufacturing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Machine Design, SOM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Heat &amp; Mass Transfer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114800"/>
            <a:ext cx="320040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4114800"/>
            <a:ext cx="3200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Mathematics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6634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Engg Math 1, 2, 3, 4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Calculus, Linear Algebra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Differential Equations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Probability, Statistics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4114800"/>
            <a:ext cx="3200400" cy="22860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4080" y="4114800"/>
            <a:ext cx="320040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Segoe UI"/>
              </a:defRPr>
            </a:pPr>
            <a:r>
              <a:t>Physics &amp; Chemistry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6634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Engg Physics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Engg Chemistry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Mechanics, Optics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Materials, Polymers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AI Chatbot — 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How the chatbot works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Segoe UI"/>
              </a:defRPr>
            </a:pPr>
            <a:r>
              <a:t>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Multimodal input — PDFs and images sent as base64 to Gemini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Multi-key rotation with up to 6 API keys for rate limit handling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Client-side and server-side key rotation on 429 / 403 errors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Custom response formatting — no markdown, uses symbols and spacing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Identifies as TechNotes AI, not ChatGPT or Claude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Responds in the student's language (Hindi or English)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Floating chat widget on all pages + full-page chat at /chatbot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Temperature 0.7, max 4096 output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Request Flow: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515600" cy="64008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Student → Chat UI → Edge Function → Gemini API (key rotation) → Formatted Response → 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Notes &amp; Previous Year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Hierarchical navigation and multiple content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30352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Segoe UI"/>
              </a:defRPr>
            </a:pPr>
            <a: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Navigate: Year → Branch → Semester → Subject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Available as PDF, image, or text content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Inline text reader with formatting support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Download links for all file types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Office documents via Google Docs Viewer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Breadcrumb navigation throughout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Color-coded subject cards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30352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Previous Year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Same drill-down: Year → Sem → Subject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Year metadata on each paper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Optional answer PDFs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View in browser or download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Text-based questions supported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Unit-numbered questions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Expandable inline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DSA &amp; Placement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Targeted resources for coding interviews and campus placements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30352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Segoe UI"/>
              </a:defRPr>
            </a:pPr>
            <a:r>
              <a:t>DSA Preparation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Topic-wise notes and PDFs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Practice question PDFs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Text-based content with inline reader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Color-coded topic cards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Grouped by subject name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Notes + Questions PDFs per topic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Fallback to legacy DSA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30352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t>Placement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Company-wise filtering (TCS, Infosys, etc.)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Category filtering (Aptitude, Technical, HR)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Company badge on each item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Category badge for quick scanning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Notes and resources per company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PDF and text content supported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Fallback to legacy placement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Syllabus &amp; Important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Unit-wise academic content for exam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0352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3035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Syllabus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Unit-wise syllabus per subject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Browse: Year → Semester → Subject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Reads from content_files (section=syllabus)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Falls back to syllabus_units table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Text and file formats supported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Inline reader for text content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Download for file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3035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Important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Unit-numbered questions per subject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Available as PDF or text content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Inline expandable text reader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Markdown-like formatting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Year → Sem → Subject drill-down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File download for PDFs</a:t>
            </a:r>
          </a:p>
          <a:p>
            <a:pPr algn="l">
              <a:spcAft>
                <a:spcPts val="1680"/>
              </a:spcAft>
              <a:defRPr sz="1400" b="0">
                <a:solidFill>
                  <a:srgbClr val="B0B0C0"/>
                </a:solidFill>
                <a:latin typeface="Segoe UI"/>
              </a:defRPr>
            </a:pPr>
            <a:r>
              <a:t>View in browser or expand inline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Bilingual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Full Hindi / English language toggle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2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Language toggle in the navbar — switches instantly between Hindi and English</a:t>
            </a:r>
          </a:p>
          <a:p>
            <a:pPr algn="l">
              <a:spcAft>
                <a:spcPts val="272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Every UI string translated — headings, buttons, labels, toasts, breadcrumbs, empty states</a:t>
            </a:r>
          </a:p>
          <a:p>
            <a:pPr algn="l">
              <a:spcAft>
                <a:spcPts val="272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Language preference persists across sessions (localStorage)</a:t>
            </a:r>
          </a:p>
          <a:p>
            <a:pPr algn="l">
              <a:spcAft>
                <a:spcPts val="272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AI chatbot also responds in the student's chosen language</a:t>
            </a:r>
          </a:p>
          <a:p>
            <a:pPr algn="l">
              <a:spcAft>
                <a:spcPts val="272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Inline translation pattern: t(english, hindi) at each call site — no separate translation files</a:t>
            </a:r>
          </a:p>
          <a:p>
            <a:pPr algn="l">
              <a:spcAft>
                <a:spcPts val="272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Full coverage across all components and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0332720" cy="82296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English: 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Hindi:  नोट्स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English:  Ask me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Hindi:  कुछ भी पूछें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Content management dashboard — admin-only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Admin-only access via Supabase Auth + whitelisted emails in admin_users table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Upload and manage content across all sections (notes, PYQ, DSA, placement, imp_questions, syllabus)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Create text content with formatting — headings, bold, code, lists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Upload files to Supabase Storage (notes-files bucket) — PDF, image, DOCX, PPTX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Manage academic structure — add/edit/delete branches, years, semesters, subjects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Manage admin user whitelist and Gemini API keys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View user feedback with IP and user agent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Modern, scalable, and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Next.js (App Router)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TypeScript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Tailwind CSS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shadcn/ui Components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Lucide React Icons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645920"/>
            <a:ext cx="292608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Supabase Postgres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Row Level Security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Supabase Storage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Edge Functions (Deno)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Supabase 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645920"/>
            <a:ext cx="2926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Google Gemini 2.5 Flash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Multimodal (text + image)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Multi-key rotation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Custom formatting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Bilingual responses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9840" y="1645920"/>
            <a:ext cx="29260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Sonner (toasts)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React Hook Form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Zod validation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Recharts</a:t>
            </a:r>
          </a:p>
          <a:p>
            <a:pPr algn="l">
              <a:spcAft>
                <a:spcPts val="1560"/>
              </a:spcAft>
              <a:defRPr sz="1300" b="0">
                <a:solidFill>
                  <a:srgbClr val="B0B0C0"/>
                </a:solidFill>
                <a:latin typeface="Segoe UI"/>
              </a:defRPr>
            </a:pPr>
            <a:r>
              <a:t>Netlify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Hierarchical academic structure with unified content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  <a:latin typeface="Segoe UI"/>
              </a:defRPr>
            </a:pPr>
            <a:r>
              <a:t>Academic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Years (1-4)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→ Branches (CSE, IT, AIML, Common)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  → Semesters (linked to year + branch)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    → Subjects (linked to semester)</a:t>
            </a:r>
          </a:p>
          <a:p>
            <a:pPr algn="l">
              <a:spcAft>
                <a:spcPts val="225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        → Content (notes, PYQ, syllabus, etc.)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Unified Content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content_files — single table for 6 sections:</a:t>
            </a:r>
          </a:p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notes, pyq, dsa, placement,</a:t>
            </a:r>
          </a:p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imp_questions, syllabus</a:t>
            </a:r>
          </a:p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Supports file uploads + text content</a:t>
            </a:r>
          </a:p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Section CHECK constraint</a:t>
            </a:r>
          </a:p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File types: pdf, image, file, text,</a:t>
            </a:r>
          </a:p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  docx, pptx, doc, ppt</a:t>
            </a:r>
          </a:p>
          <a:p>
            <a:pPr algn="l">
              <a:spcAft>
                <a:spcPts val="182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Legacy tables with fallback reads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515600" cy="82296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Segoe UI"/>
              </a:defRPr>
            </a:pPr>
            <a:r>
              <a:t>15 Database Migrations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0C0"/>
                </a:solidFill>
                <a:latin typeface="Segoe UI"/>
              </a:defRPr>
            </a:pPr>
            <a:r>
              <a:t>Schema evolved from separate tables to a unified content_files model with backward-compatible fallbacks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Row Level Security on every table, admin-only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Row Level Security (RLS) enabled on every table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Public read access for students — no login needed to browse content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Admin-only write access via is_admin() Postgres function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Security-hardened SECURITY DEFINER function with SET search_path = ''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Feedback rate limiting: 5 submissions per IP per 24 hours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Server-side input validation and sanitization on feedback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Storage bucket: public read, admin-only write</a:t>
            </a:r>
          </a:p>
          <a:p>
            <a:pPr algn="l">
              <a:spcAft>
                <a:spcPts val="2400"/>
              </a:spcAft>
              <a:defRPr sz="16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Admin authorization checked via Supabase session + admin_users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Pages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All routes in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9260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Segoe UI"/>
              </a:defRPr>
            </a:pPr>
            <a:r>
              <a:t>Main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 — Home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/notes — All Notes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/pyq — PYQs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/dsa — DSA Prep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/placement — Placement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/syllabus — Syllabus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/imp-questions — Imp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645920"/>
            <a:ext cx="2926080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Interactive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/chatbot — Full AI Chat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/search — Search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/feedback — Feedback Form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/admin — Admin Panel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Floating chat on all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1645920"/>
            <a:ext cx="2926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Dynamic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/year/[year] — Branch selector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/year/.../[branch] — Sem selector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/year/.../semester/[sem] — Subjects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/subject/[slug] — Subject detail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0" y="1645920"/>
            <a:ext cx="2926080" cy="4114800"/>
          </a:xfrm>
          <a:prstGeom prst="round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9840" y="1645920"/>
            <a:ext cx="292608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8440" y="219456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Navbar with search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Hero section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Quick-access cards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Footer</a:t>
            </a:r>
          </a:p>
          <a:p>
            <a:pPr algn="l">
              <a:spcAft>
                <a:spcPts val="1439"/>
              </a:spcAft>
              <a:defRPr sz="1200" b="0">
                <a:solidFill>
                  <a:srgbClr val="B0B0C0"/>
                </a:solidFill>
                <a:latin typeface="Segoe UI"/>
              </a:defRPr>
            </a:pPr>
            <a:r>
              <a:t>Language toggle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How a student uses TechNotes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1.  Student lands on the home page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2.  Picks a section — Notes, PYQ, DSA, Placement, Syllabus, or Important Questions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3.  Navigates: Year → Branch → Semester → Subject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4.  Views or downloads the content (PDF, image, or text)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5.  Opens the floating chat widget for quick doubt solving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6.  Uploads a PDF or image to the chatbot for analysis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7.  Gets a detailed, subject-specific answer with formulas and examples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8.  Submits feedback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0C0"/>
                </a:solidFill>
                <a:latin typeface="Segoe UI"/>
              </a:defRPr>
            </a:pPr>
            <a:r>
              <a:t>Planned enhancements and expansions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070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10698480" cy="1905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Expand to more universities beyond RGPV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Add student accounts with bookmarks and progress tracking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Voice input for the AI chatbot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More branches and subjects (ECE, ME, CE, EE already in AI)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Mobile app version (React Native)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Community-contributed notes with moderation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Real-time doubt-solving sessions with peers</a:t>
            </a:r>
          </a:p>
          <a:p>
            <a:pPr algn="l">
              <a:spcAft>
                <a:spcPts val="2550"/>
              </a:spcAft>
              <a:defRPr sz="1700" b="0">
                <a:solidFill>
                  <a:srgbClr val="FFFFFF"/>
                </a:solidFill>
                <a:latin typeface="Segoe UI"/>
              </a:defRPr>
              <a:buFont typeface="Arial"/>
              <a:buChar char="▸"/>
            </a:pPr>
            <a:r>
              <a:t>Performance analytics and study streaks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0"/>
                </a:solidFill>
                <a:latin typeface="Segoe UI"/>
              </a:defRPr>
            </a:pPr>
            <a:r>
              <a:t>TechNotes AI  |  Built for RGPV Students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200400"/>
            <a:ext cx="5486400" cy="54864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TechNotes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880"/>
              </a:spcAft>
              <a:defRPr sz="1800" b="0">
                <a:solidFill>
                  <a:srgbClr val="B0B0C0"/>
                </a:solidFill>
                <a:latin typeface="Segoe UI"/>
              </a:defRPr>
              <a:buFont typeface="Arial"/>
              <a:buChar char="▸"/>
            </a:pPr>
            <a:r>
              <a:t>All study material in one place — notes, PYQs, syllabus, important questions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B0B0C0"/>
                </a:solidFill>
                <a:latin typeface="Segoe UI"/>
              </a:defRPr>
              <a:buFont typeface="Arial"/>
              <a:buChar char="▸"/>
            </a:pPr>
            <a:r>
              <a:t>AI-powered doubt solving across all engineering branches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B0B0C0"/>
                </a:solidFill>
                <a:latin typeface="Segoe UI"/>
              </a:defRPr>
              <a:buFont typeface="Arial"/>
              <a:buChar char="▸"/>
            </a:pPr>
            <a:r>
              <a:t>Bilingual, free, and ad-free</a:t>
            </a:r>
          </a:p>
          <a:p>
            <a:pPr algn="l">
              <a:spcAft>
                <a:spcPts val="2880"/>
              </a:spcAft>
              <a:defRPr sz="1800" b="0">
                <a:solidFill>
                  <a:srgbClr val="B0B0C0"/>
                </a:solidFill>
                <a:latin typeface="Segoe UI"/>
              </a:defRPr>
              <a:buFont typeface="Arial"/>
              <a:buChar char="▸"/>
            </a:pPr>
            <a:r>
              <a:t>Secure, scalable, and admin-managed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Segoe UI"/>
              </a:defRPr>
            </a:pPr>
            <a:r>
              <a:t>Built for students, by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7080"/>
                </a:solidFill>
                <a:latin typeface="Segoe UI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