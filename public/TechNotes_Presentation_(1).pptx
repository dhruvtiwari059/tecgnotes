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4206240" cy="4206240"/>
          </a:xfrm>
          <a:prstGeom prst="ellipse">
            <a:avLst/>
          </a:prstGeom>
          <a:solidFill>
            <a:srgbClr val="1F7A8C">
              <a:alpha val="45000"/>
            </a:srgbClr>
          </a:solidFill>
          <a:ln w="12700">
            <a:solidFill>
              <a:srgbClr val="1F7A8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457200"/>
            <a:ext cx="1188720" cy="11887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TechNotes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academic resource platform for RGPV students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Dhruv  |  RGPV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notes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 is spread across chat groups, drives and personal copies.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PYQs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971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papers are difficult to locate by year, semester and subject.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23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quick help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971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cannot get fast answers while studying without searching many sources.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TechNotes brings notes, previous year questions and an AI study assistant into one place, organised around the RGPV curriculum.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technotes.bolt.host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1463040"/>
            <a:ext cx="3749040" cy="868680"/>
          </a:xfrm>
          <a:prstGeom prst="roundRect">
            <a:avLst>
              <a:gd name="adj" fmla="val 12632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66360" y="166878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66360" y="1668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academic resources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2514600"/>
            <a:ext cx="3749040" cy="868680"/>
          </a:xfrm>
          <a:prstGeom prst="roundRect">
            <a:avLst>
              <a:gd name="adj" fmla="val 12632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66360" y="272034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2720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PYQs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971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question papers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3566160"/>
            <a:ext cx="3749040" cy="868680"/>
          </a:xfrm>
          <a:prstGeom prst="roundRect">
            <a:avLst>
              <a:gd name="adj" fmla="val 12632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66360" y="377190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6636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4023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study chatbot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&amp; PYQ library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0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academic resources built around the RGPV syllabus.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920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answers study questions, with API key rotation for reliability.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panel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703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whitelisted admins can upload and manage content.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31089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33756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data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703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controls who can read and write.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2044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5508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828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86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Utility-first, responsive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authentication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31089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52044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 Flash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chatbot via Google API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31089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5508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3611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Bolt.new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377440" cy="3017520"/>
          </a:xfrm>
          <a:prstGeom prst="roundRect">
            <a:avLst>
              <a:gd name="adj" fmla="val 4615"/>
            </a:avLst>
          </a:prstGeom>
          <a:solidFill>
            <a:srgbClr val="0E3B43"/>
          </a:solidFill>
          <a:ln w="12700">
            <a:solidFill>
              <a:srgbClr val="0E3B4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88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Tailwind web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3716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12064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|  Google OAuth  |  Row-Level Security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310896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12064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API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chatbot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2011680"/>
            <a:ext cx="2286000" cy="0"/>
          </a:xfrm>
          <a:prstGeom prst="line">
            <a:avLst/>
          </a:prstGeom>
          <a:noFill/>
          <a:ln w="25400">
            <a:solidFill>
              <a:srgbClr val="0E3B4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34640" y="3749040"/>
            <a:ext cx="2286000" cy="0"/>
          </a:xfrm>
          <a:prstGeom prst="line">
            <a:avLst/>
          </a:prstGeom>
          <a:noFill/>
          <a:ln w="25400">
            <a:solidFill>
              <a:srgbClr val="0E3B43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8346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login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requests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776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2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access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login with an email whitelist. Only approved accounts can manage content.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9776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783080"/>
            <a:ext cx="548640" cy="54864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2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108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in Supabase. Rules on each table decide who can read or write.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learnings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Gemini chatbot broke because of a deprecated model name, fixed by moving to Gemini 2.5 Flash.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limited Bolt token budget meant prompts had to be planned and batched carefully.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371600"/>
            <a:ext cx="39776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29200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1031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model names can be retired, so watch for deprecation notices.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prompts in batches saves build credits.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data at the database layer with Row-Level Security.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PYQ navigation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Semester, Subject, then Content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87752" y="146304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16352" y="169164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editing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2788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PYQ answers after upload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18304" y="146304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46904" y="169164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4690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46904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editing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46904" y="2788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existing entries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48856" y="1463040"/>
            <a:ext cx="1828800" cy="219456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77456" y="1691640"/>
            <a:ext cx="457200" cy="4572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745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77456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77456" y="27889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hosting on Vercel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TechNotes</dc:title>
  <dc:subject>PptxGenJS Presentation</dc:subject>
  <dc:creator>Dhruv</dc:creator>
  <cp:lastModifiedBy>Dhruv</cp:lastModifiedBy>
  <cp:revision>1</cp:revision>
  <dcterms:created xsi:type="dcterms:W3CDTF">2026-09-28T15:18:08Z</dcterms:created>
  <dcterms:modified xsi:type="dcterms:W3CDTF">2026-09-28T15:18:08Z</dcterms:modified>
</cp:coreProperties>
</file>